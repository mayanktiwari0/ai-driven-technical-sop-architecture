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0628CBDA-5F94-4BAC-A212-BC95E251C485}" type="datetimeFigureOut">
              <a:rPr lang="en-IN" smtClean="0"/>
              <a:t>21-05-2025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29AF7204-8F05-4DC1-8027-1EABC8AD0A6B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692424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8CBDA-5F94-4BAC-A212-BC95E251C485}" type="datetimeFigureOut">
              <a:rPr lang="en-IN" smtClean="0"/>
              <a:t>21-05-2025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F7204-8F05-4DC1-8027-1EABC8AD0A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94796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8CBDA-5F94-4BAC-A212-BC95E251C485}" type="datetimeFigureOut">
              <a:rPr lang="en-IN" smtClean="0"/>
              <a:t>21-05-2025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F7204-8F05-4DC1-8027-1EABC8AD0A6B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705817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8CBDA-5F94-4BAC-A212-BC95E251C485}" type="datetimeFigureOut">
              <a:rPr lang="en-IN" smtClean="0"/>
              <a:t>21-05-2025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F7204-8F05-4DC1-8027-1EABC8AD0A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99476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8CBDA-5F94-4BAC-A212-BC95E251C485}" type="datetimeFigureOut">
              <a:rPr lang="en-IN" smtClean="0"/>
              <a:t>21-05-2025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F7204-8F05-4DC1-8027-1EABC8AD0A6B}" type="slidenum">
              <a:rPr lang="en-IN" smtClean="0"/>
              <a:t>‹#›</a:t>
            </a:fld>
            <a:endParaRPr lang="en-IN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27149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8CBDA-5F94-4BAC-A212-BC95E251C485}" type="datetimeFigureOut">
              <a:rPr lang="en-IN" smtClean="0"/>
              <a:t>21-05-2025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F7204-8F05-4DC1-8027-1EABC8AD0A6B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59583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8CBDA-5F94-4BAC-A212-BC95E251C485}" type="datetimeFigureOut">
              <a:rPr lang="en-IN" smtClean="0"/>
              <a:t>21-05-2025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F7204-8F05-4DC1-8027-1EABC8AD0A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44447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8CBDA-5F94-4BAC-A212-BC95E251C485}" type="datetimeFigureOut">
              <a:rPr lang="en-IN" smtClean="0"/>
              <a:t>21-05-2025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F7204-8F05-4DC1-8027-1EABC8AD0A6B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25469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8CBDA-5F94-4BAC-A212-BC95E251C485}" type="datetimeFigureOut">
              <a:rPr lang="en-IN" smtClean="0"/>
              <a:t>21-05-2025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F7204-8F05-4DC1-8027-1EABC8AD0A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08263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8CBDA-5F94-4BAC-A212-BC95E251C485}" type="datetimeFigureOut">
              <a:rPr lang="en-IN" smtClean="0"/>
              <a:t>21-05-2025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F7204-8F05-4DC1-8027-1EABC8AD0A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41346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8CBDA-5F94-4BAC-A212-BC95E251C485}" type="datetimeFigureOut">
              <a:rPr lang="en-IN" smtClean="0"/>
              <a:t>21-05-2025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F7204-8F05-4DC1-8027-1EABC8AD0A6B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79142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8CBDA-5F94-4BAC-A212-BC95E251C485}" type="datetimeFigureOut">
              <a:rPr lang="en-IN" smtClean="0"/>
              <a:t>21-05-2025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F7204-8F05-4DC1-8027-1EABC8AD0A6B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70504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8CBDA-5F94-4BAC-A212-BC95E251C485}" type="datetimeFigureOut">
              <a:rPr lang="en-IN" smtClean="0"/>
              <a:t>21-05-2025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F7204-8F05-4DC1-8027-1EABC8AD0A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408342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8CBDA-5F94-4BAC-A212-BC95E251C485}" type="datetimeFigureOut">
              <a:rPr lang="en-IN" smtClean="0"/>
              <a:t>21-05-2025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F7204-8F05-4DC1-8027-1EABC8AD0A6B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1538129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8CBDA-5F94-4BAC-A212-BC95E251C485}" type="datetimeFigureOut">
              <a:rPr lang="en-IN" smtClean="0"/>
              <a:t>21-05-2025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F7204-8F05-4DC1-8027-1EABC8AD0A6B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427697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8CBDA-5F94-4BAC-A212-BC95E251C485}" type="datetimeFigureOut">
              <a:rPr lang="en-IN" smtClean="0"/>
              <a:t>21-05-2025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F7204-8F05-4DC1-8027-1EABC8AD0A6B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595255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8CBDA-5F94-4BAC-A212-BC95E251C485}" type="datetimeFigureOut">
              <a:rPr lang="en-IN" smtClean="0"/>
              <a:t>21-05-2025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F7204-8F05-4DC1-8027-1EABC8AD0A6B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85285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0628CBDA-5F94-4BAC-A212-BC95E251C485}" type="datetimeFigureOut">
              <a:rPr lang="en-IN" smtClean="0"/>
              <a:t>21-05-2025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29AF7204-8F05-4DC1-8027-1EABC8AD0A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74281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3200" b="1" dirty="0" smtClean="0">
                <a:latin typeface="+mn-lt"/>
              </a:rPr>
              <a:t>Lead Generation to Customer Acquisition – Strategy</a:t>
            </a:r>
            <a:endParaRPr lang="en-IN" sz="3200" b="1" dirty="0">
              <a:latin typeface="+mn-lt"/>
            </a:endParaRPr>
          </a:p>
        </p:txBody>
      </p:sp>
      <p:sp>
        <p:nvSpPr>
          <p:cNvPr id="3" name="Subtitle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l">
              <a:buNone/>
            </a:pPr>
            <a:r>
              <a:rPr lang="en-IN" sz="2400" dirty="0" smtClean="0"/>
              <a:t>•</a:t>
            </a:r>
            <a:r>
              <a:rPr lang="en-IN" dirty="0" smtClean="0"/>
              <a:t> </a:t>
            </a:r>
            <a:r>
              <a:rPr lang="en-IN" sz="2400" dirty="0" smtClean="0"/>
              <a:t>Focus on digital channels (Google Ads, SEO, Meta, etc</a:t>
            </a:r>
            <a:r>
              <a:rPr lang="en-IN" sz="2400" dirty="0" smtClean="0"/>
              <a:t>.)</a:t>
            </a:r>
            <a:endParaRPr lang="en-IN" sz="2400" dirty="0" smtClean="0"/>
          </a:p>
          <a:p>
            <a:pPr marL="0" indent="0" algn="l">
              <a:buNone/>
            </a:pPr>
            <a:r>
              <a:rPr lang="en-IN" sz="2400" dirty="0" smtClean="0"/>
              <a:t>• Clear value proposition solving real customer pain points. </a:t>
            </a:r>
          </a:p>
          <a:p>
            <a:pPr marL="0" indent="0">
              <a:buNone/>
            </a:pPr>
            <a:r>
              <a:rPr lang="en-IN" sz="2400" dirty="0" smtClean="0"/>
              <a:t>• Use lead scoring to qualify leads. </a:t>
            </a:r>
          </a:p>
          <a:p>
            <a:pPr marL="0" indent="0" algn="l">
              <a:buNone/>
            </a:pPr>
            <a:r>
              <a:rPr lang="en-IN" sz="2400" dirty="0" smtClean="0"/>
              <a:t>• Personalize email &amp; content based on user behaviour</a:t>
            </a:r>
            <a:r>
              <a:rPr lang="en-IN" sz="2400" dirty="0"/>
              <a:t>.</a:t>
            </a:r>
            <a:endParaRPr lang="en-IN" sz="2400" dirty="0" smtClean="0"/>
          </a:p>
          <a:p>
            <a:pPr marL="0" indent="0" algn="l">
              <a:buNone/>
            </a:pPr>
            <a:r>
              <a:rPr lang="en-IN" sz="2400" dirty="0" smtClean="0"/>
              <a:t>• Use performance data to improve targeting and messaging.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816369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 smtClean="0">
                <a:latin typeface="+mn-lt"/>
              </a:rPr>
              <a:t>Lead Generation to Customer Acquisition – Process</a:t>
            </a:r>
            <a:endParaRPr lang="en-IN" sz="2800" b="1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Lead Capture – Forms, ads, landing pages.</a:t>
            </a:r>
          </a:p>
          <a:p>
            <a:r>
              <a:rPr lang="en-US" sz="2400" dirty="0" smtClean="0"/>
              <a:t>CRM Entry &amp; Tagging – Categorize by source and interest.</a:t>
            </a:r>
          </a:p>
          <a:p>
            <a:r>
              <a:rPr lang="en-US" sz="2400" dirty="0" smtClean="0"/>
              <a:t>Lead Nurturing – Emails, WhatsApp, calls.</a:t>
            </a:r>
          </a:p>
          <a:p>
            <a:r>
              <a:rPr lang="en-US" sz="2400" dirty="0" smtClean="0"/>
              <a:t>Qualification Call – Understand need, offer walk-through.</a:t>
            </a:r>
          </a:p>
          <a:p>
            <a:r>
              <a:rPr lang="en-US" sz="2400" dirty="0" smtClean="0"/>
              <a:t>Proposal &amp; Negotiation – Share pricing, resolve doubts.</a:t>
            </a:r>
          </a:p>
          <a:p>
            <a:r>
              <a:rPr lang="en-US" sz="2400" dirty="0" smtClean="0"/>
              <a:t>Customer Onboarding – Setup, welcome kit, support.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8133059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12</TotalTime>
  <Words>126</Words>
  <Application>Microsoft Office PowerPoint</Application>
  <PresentationFormat>Widescreen</PresentationFormat>
  <Paragraphs>13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Garamond</vt:lpstr>
      <vt:lpstr>Organic</vt:lpstr>
      <vt:lpstr>Lead Generation to Customer Acquisition – Strategy</vt:lpstr>
      <vt:lpstr>Lead Generation to Customer Acquisition – Process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Lead Generation to Customer Acquisition – Strategy</dc:title>
  <dc:creator>Lenovo</dc:creator>
  <cp:lastModifiedBy>Lenovo</cp:lastModifiedBy>
  <cp:revision>5</cp:revision>
  <dcterms:created xsi:type="dcterms:W3CDTF">2025-05-21T07:59:11Z</dcterms:created>
  <dcterms:modified xsi:type="dcterms:W3CDTF">2025-05-21T08:16:40Z</dcterms:modified>
</cp:coreProperties>
</file>